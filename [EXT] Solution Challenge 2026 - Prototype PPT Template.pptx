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GoogleSans-regular.fntdata"/><Relationship Id="rId21" Type="http://schemas.openxmlformats.org/officeDocument/2006/relationships/slide" Target="slides/slide15.xml"/><Relationship Id="rId24" Type="http://schemas.openxmlformats.org/officeDocument/2006/relationships/font" Target="fonts/GoogleSans-italic.fntdata"/><Relationship Id="rId23" Type="http://schemas.openxmlformats.org/officeDocument/2006/relationships/font" Target="fonts/Google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Google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GB" sz="4000" u="none" cap="none" strike="noStrik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ideal size of the presentation should not be more than 10 slides.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b="0" i="0" lang="en-GB" sz="1500" u="none" cap="none" strike="noStrik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b="0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